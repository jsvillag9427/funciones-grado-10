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365760"/>
            <a:ext cx="3840480" cy="3840480"/>
          </a:xfrm>
          <a:prstGeom prst="ellipse">
            <a:avLst/>
          </a:prstGeom>
          <a:solidFill>
            <a:srgbClr val="CCFBF1">
              <a:alpha val="65000"/>
            </a:srgbClr>
          </a:solidFill>
          <a:ln w="12700">
            <a:solidFill>
              <a:srgbClr val="CCFBF1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DBEAFE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474720"/>
            <a:ext cx="2011680" cy="2011680"/>
          </a:xfrm>
          <a:prstGeom prst="ellipse">
            <a:avLst/>
          </a:prstGeom>
          <a:solidFill>
            <a:srgbClr val="FEF3C7">
              <a:alpha val="80000"/>
            </a:srgbClr>
          </a:solidFill>
          <a:ln w="12700">
            <a:solidFill>
              <a:srgbClr val="FEF3C7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05840"/>
            <a:ext cx="82296" cy="2834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DE 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5943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REPRESENTACIONES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FUNCIÓN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· Gráfica · Algebraica · Verbal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3749040"/>
            <a:ext cx="1261872" cy="43891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490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Tabla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48840" y="3749040"/>
            <a:ext cx="1261872" cy="43891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37490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Gráfica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520440" y="3749040"/>
            <a:ext cx="1261872" cy="43891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37490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🔣 Fórmula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3749040"/>
            <a:ext cx="1261872" cy="43891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7490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Palabras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Público · Bello, Antioquia · Matemáticas Grado 10°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formas de representar una función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función puede expresarse de 4 maneras diferentes. Conocerlas todas te da poder para resolver cualquier problema.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164592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411480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TABULAR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" y="2002536"/>
            <a:ext cx="22860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Organizas los valores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x y f(x) en una tabla.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leer y construir.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88920" y="2002536"/>
            <a:ext cx="148132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002536"/>
            <a:ext cx="1481328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1, 2, 3,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f(x): 3, 5, 7, 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114800" cy="164592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08760"/>
            <a:ext cx="41148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554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GRÁFICA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73168" y="2002536"/>
            <a:ext cx="22860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Dibujas los pares (x, f(x))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plano cartesiano.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ver el comportamiento.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78040" y="2002536"/>
            <a:ext cx="148132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2002536"/>
            <a:ext cx="1481328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en el plano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(1,3) (2,5) (3,7) (4,9)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46120"/>
            <a:ext cx="4114800" cy="164592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46120"/>
            <a:ext cx="411480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🔣  ALGEBRAICA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4048" y="3739896"/>
            <a:ext cx="22860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la regla matemática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una fórmula.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calcular cualquier valor.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88920" y="3739896"/>
            <a:ext cx="148132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739896"/>
            <a:ext cx="1481328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2x + 1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46120"/>
            <a:ext cx="4114800" cy="164592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246120"/>
            <a:ext cx="4114800" cy="4389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VERBAL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73168" y="3739896"/>
            <a:ext cx="22860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la función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palabras.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las matemáticas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realidad.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78040" y="3739896"/>
            <a:ext cx="148132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3739896"/>
            <a:ext cx="1481328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doble de x más uno"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→ 📈  De la Tabla a la Gráfica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mensajero gana $4.000 por cada domicilio + $10.000 fijos al día.  →  f(x) = 4000x + 10000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34747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34747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Tabla de valores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883664"/>
            <a:ext cx="3419856" cy="420624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928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(domicilios)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21408" y="189280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en $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322576"/>
            <a:ext cx="34198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317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21408" y="233172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2761488"/>
            <a:ext cx="3419856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7706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21408" y="277063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3200400"/>
            <a:ext cx="34198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20954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21408" y="320954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3639312"/>
            <a:ext cx="3419856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64845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21408" y="3648456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" y="4078224"/>
            <a:ext cx="34198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0873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21408" y="408736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" y="4517136"/>
            <a:ext cx="3419856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5262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21408" y="452628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0" y="1389888"/>
            <a:ext cx="466344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0" y="1389888"/>
            <a:ext cx="466344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140817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Representación gráfica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920240"/>
            <a:ext cx="36576" cy="26974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617720"/>
            <a:ext cx="347472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45994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07408" y="1901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1920240"/>
            <a:ext cx="18288" cy="2697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4663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84648" y="1920240"/>
            <a:ext cx="18288" cy="2697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47488" y="4663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14416" y="1920240"/>
            <a:ext cx="18288" cy="2697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77256" y="4663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44184" y="1920240"/>
            <a:ext cx="18288" cy="2697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07024" y="4663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03720" y="1920240"/>
            <a:ext cx="18288" cy="2697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4663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193024" y="1920240"/>
            <a:ext cx="18288" cy="2697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55864" y="4663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 rot="-1505016">
            <a:off x="4754880" y="4517136"/>
            <a:ext cx="4745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-1505016">
            <a:off x="5184648" y="4315968"/>
            <a:ext cx="4745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-1505016">
            <a:off x="5614416" y="4114800"/>
            <a:ext cx="4745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1505016">
            <a:off x="6044184" y="3913632"/>
            <a:ext cx="9490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-1505016">
            <a:off x="6903720" y="3511296"/>
            <a:ext cx="142356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72584" y="4434840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02352" y="4233672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32120" y="4032504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61888" y="3831336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21424" y="3429000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10728" y="2825496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0" y="48006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recta → función LINEAL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domicilio entregado = 1 valor de x. La ganancia es la salida. ¡La tabla y la gráfica muestran lo mismo!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→ 🔣  De la Gráfica a la Fórmula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para identificar la función algebraica mirando una gráfica: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303520" cy="621792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3619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146304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una línea recta?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737360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sí → es función lineal f(x) = mx + 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130552"/>
            <a:ext cx="5303520" cy="621792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249424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217627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dos puntos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450592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dos puntos claros de la gráfica, ej: (0,3) y (2,7)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843784"/>
            <a:ext cx="5303520" cy="621792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962656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2889504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pendiente 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163824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(y₂ − y₁) / (x₂ − x₁) = (7−3)/(2−0) = 2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557016"/>
            <a:ext cx="5303520" cy="621792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675888"/>
            <a:ext cx="402336" cy="40233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6112" y="3602736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b (intercepto)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" y="3877056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la recta cruza el eje y → b = 3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270248"/>
            <a:ext cx="5303520" cy="621792"/>
          </a:xfrm>
          <a:prstGeom prst="rect">
            <a:avLst/>
          </a:prstGeom>
          <a:solidFill>
            <a:srgbClr val="FFE4E6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4389120"/>
            <a:ext cx="402336" cy="4023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96112" y="4315968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 función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6112" y="4590288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2x + 3  ✅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0" y="1417320"/>
            <a:ext cx="283464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1417320"/>
            <a:ext cx="283464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1435608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f(x) = 2x + 3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1874520"/>
            <a:ext cx="36576" cy="26974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4572000"/>
            <a:ext cx="256032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2428514">
            <a:off x="6400800" y="3986784"/>
            <a:ext cx="901554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2428514">
            <a:off x="7086600" y="3401568"/>
            <a:ext cx="901554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2428514">
            <a:off x="7772400" y="2816352"/>
            <a:ext cx="901554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27648" y="3913632"/>
            <a:ext cx="146304" cy="146304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13448" y="3328416"/>
            <a:ext cx="146304" cy="146304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99248" y="2743200"/>
            <a:ext cx="146304" cy="146304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85048" y="2157984"/>
            <a:ext cx="146304" cy="146304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38039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(0,3)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78040" y="3218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(1,5)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63840" y="2633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(2,7)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35040" y="38496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b=3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(0,3)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Si la gráfica es una parábola → cuadrática. Si es una curva tipo U → cuadrática. Si es una recta → lineal.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Representación Verbal: del contexto a la fórmula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 las habilidades más importantes: leer una situación real y convertirla en función matemática.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109728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85039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447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Un jugador sube 250 XP por cada nivel que completa, y empieza con 500 XP base.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8105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"La XP total es 250 veces el nivel, más 500 iniciales."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83480" y="1783080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83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250n + 500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95160" y="1783080"/>
            <a:ext cx="1755648" cy="347472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178308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f(6) = 250(6)+500 = 2.000 XP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06040"/>
            <a:ext cx="8503920" cy="109728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06040"/>
            <a:ext cx="8503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33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🛵  Un domiciliario de Rappi cobra $3.200 por km recorrido, más $1.500 de servicio fijo.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2999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"El cobro es 3.200 por cada kilómetro más 1.500 fijos."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83480" y="2971800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f(k) = 3200k + 1500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95160" y="2971800"/>
            <a:ext cx="1755648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9718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f(5) = 3200(5)+1500 = $17.500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794760"/>
            <a:ext cx="8503920" cy="109728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94760"/>
            <a:ext cx="85039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822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Un tanque tiene 800 litros y se vacía a razón de 40 litros por hora.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" y="41879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"El agua restante es 800 menos 40 litros por cada hora."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83480" y="4160520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4160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f(h) = 800 − 40h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95160" y="4160520"/>
            <a:ext cx="1755648" cy="347472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416052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f(10) = 800−400 = 400 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verbal: 'por cada' → multiplicación · 'más/fijos' → suma · 'se reduce/pierde' → resta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Funciones definidas por tramos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funciones con diferentes fórmulas según el valor de x. Muy comunes en tarifas, impuestos y situaciones reales.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114800" cy="3474720"/>
          </a:xfrm>
          <a:prstGeom prst="rect">
            <a:avLst/>
          </a:prstGeom>
          <a:solidFill>
            <a:srgbClr val="FFFFFF"/>
          </a:solidFill>
          <a:ln w="317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4114800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Plan de internet por uso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mensual: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" y="2286000"/>
            <a:ext cx="3913632" cy="749808"/>
          </a:xfrm>
          <a:prstGeom prst="rect">
            <a:avLst/>
          </a:prstGeom>
          <a:solidFill>
            <a:srgbClr val="F0FD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2286000"/>
            <a:ext cx="10972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225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0 ≤ GB ≤ 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260604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f(GB) = 25.000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8163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Plan básico fijo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3108960"/>
            <a:ext cx="3913632" cy="74980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3108960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455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5 &lt; GB ≤ 15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342900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f(GB) = 25.000 + 3.000(GB−5)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6393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 cobran los GB extra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931920"/>
            <a:ext cx="3913632" cy="749808"/>
          </a:xfrm>
          <a:prstGeom prst="rect">
            <a:avLst/>
          </a:prstGeom>
          <a:solidFill>
            <a:srgbClr val="F0FDF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931920"/>
            <a:ext cx="10972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684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GB &gt; 15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425196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f(GB) = 55.000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46227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Tope máximo ilimitado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389888"/>
            <a:ext cx="40690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389888"/>
            <a:ext cx="406908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4173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Practiquemos evaluando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73168" y="1901952"/>
            <a:ext cx="3931920" cy="87782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Si usas 3 GB, ¿cuánto pagas?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64608" y="22311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GB ≤ 5  →  Tramo 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99248" y="2194560"/>
            <a:ext cx="914400" cy="42062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9248" y="219456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$25.000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73168" y="2880360"/>
            <a:ext cx="3931920" cy="87782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916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Si usas 10 GB, ¿cuánto pagas?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64608" y="3209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&lt; 10 ≤ 15  →  Tramo 2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f(10) = 25.000 + 3.000(10−5)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99248" y="3172968"/>
            <a:ext cx="914400" cy="42062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99248" y="31729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$40.000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73168" y="3858768"/>
            <a:ext cx="3931920" cy="87782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895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Si usas 20 GB, ¿cuánto pagas?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64608" y="41879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&gt; 15  →  Tramo 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99248" y="4151376"/>
            <a:ext cx="914400" cy="42062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99248" y="415137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$55.000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Consejo: Siempre identifica primero en qué tramo cae el valor de x, luego aplica esa fórmula.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Ejercicios — Sesión 2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92024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TABULAR→GRÁFICA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La Tabla de Minecraft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Minecraft, extraes 3 bloques de diamante por cada nivel de mina. Completa la tabla para x = 0,1,2,3,5 y grafica los puntos en el plano. ¿Qué forma tiene?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60520" cy="192024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41605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VERBAL→ALGEBRAICA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El Bus de Bello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SITP cobra $2.950 por viaje. Si Valentina toma el bus dos veces al día (ida y vuelta), formula la función que represente su gasto semanal f(d) según el número de días 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90088"/>
            <a:ext cx="4160520" cy="192024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90088"/>
            <a:ext cx="416052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GRÁFICA→FÓRMULA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Identifica la función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gráfica pasa por los puntos (0, 2) y (3, 8). ¿Cuál es la pendiente? ¿Cuál es la función? Escríbela en forma algebraica y verbal.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990088"/>
            <a:ext cx="4160520" cy="1920240"/>
          </a:xfrm>
          <a:prstGeom prst="rect">
            <a:avLst/>
          </a:prstGeom>
          <a:solidFill>
            <a:srgbClr val="FFE4E6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90088"/>
            <a:ext cx="4160520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Tarifa del parqueadero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60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parqueadero cobra: $0 la primera hora, $3.000 de la hora 1 a la 3, y $8.000 después de 3 horas. Escribe la función por tramos y calcula f(0.5), f(2) y f(5).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en parejas · Muestra tabla, fórmula y gráfica cuando sea posible · ¡Contextualiza tus respuestas!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Lo que aprendimos hoy — Sesión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303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30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914400"/>
            <a:ext cx="7699248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TABULAR: tabla de valores x → f(x).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68580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53035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530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1691640"/>
            <a:ext cx="7699248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GRÁFICA: puntos (x, f(x)) en el plano cartesiano.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68880"/>
            <a:ext cx="530352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68880"/>
            <a:ext cx="530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7552" y="2468880"/>
            <a:ext cx="7699248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ALGEBRAICA: fórmula f(x) = ... para calcular cualquier valor.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8412480" cy="68580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530352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46120"/>
            <a:ext cx="530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7552" y="3246120"/>
            <a:ext cx="7699248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VERBAL: del lenguaje cotidiano a la matemática.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685800"/>
          </a:xfrm>
          <a:prstGeom prst="rect">
            <a:avLst/>
          </a:prstGeom>
          <a:solidFill>
            <a:srgbClr val="FFE4E6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23360"/>
            <a:ext cx="530352" cy="6858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23360"/>
            <a:ext cx="530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4023360"/>
            <a:ext cx="7699248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por TRAMOS: diferentes reglas según el rango de x.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65760" y="4828032"/>
            <a:ext cx="841248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28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Función Lineal a fondo → pendiente, intercepto y aplicaciones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2 - Representaciones de una Función</dc:title>
  <dc:subject>PptxGenJS Presentation</dc:subject>
  <dc:creator>PptxGenJS</dc:creator>
  <cp:lastModifiedBy>PptxGenJS</cp:lastModifiedBy>
  <cp:revision>1</cp:revision>
  <dcterms:created xsi:type="dcterms:W3CDTF">2026-02-18T21:24:39Z</dcterms:created>
  <dcterms:modified xsi:type="dcterms:W3CDTF">2026-02-18T21:24:39Z</dcterms:modified>
</cp:coreProperties>
</file>