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DBEAFE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560320" cy="2560320"/>
          </a:xfrm>
          <a:prstGeom prst="ellipse">
            <a:avLst/>
          </a:prstGeom>
          <a:solidFill>
            <a:srgbClr val="CCFBF1">
              <a:alpha val="70000"/>
            </a:srgbClr>
          </a:solidFill>
          <a:ln w="12700">
            <a:solidFill>
              <a:srgbClr val="CCFBF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3474720"/>
            <a:ext cx="2011680" cy="2011680"/>
          </a:xfrm>
          <a:prstGeom prst="ellipse">
            <a:avLst/>
          </a:prstGeom>
          <a:solidFill>
            <a:srgbClr val="FEF3C7">
              <a:alpha val="80000"/>
            </a:srgbClr>
          </a:solidFill>
          <a:ln w="12700">
            <a:solidFill>
              <a:srgbClr val="FEF3C7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82296" cy="2743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91440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· Grado 10°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2286000" cy="50292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98064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y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Público · Bello, Antioquia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FUNCIÓN?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8138160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relaciona dos conjuntos de manera que a cada valor de entrada (x) le corresponde EXACTAMENTE UN valor de salida (y).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606040" cy="269748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48840"/>
            <a:ext cx="26060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6712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(x)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" y="3310128"/>
            <a:ext cx="237744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que le damos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función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x = 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148840"/>
            <a:ext cx="2606040" cy="269748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148840"/>
            <a:ext cx="26060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16712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f(x)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93008" y="3310128"/>
            <a:ext cx="237744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que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la entrada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f(x) = 2x + 1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148840"/>
            <a:ext cx="2606040" cy="269748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148840"/>
            <a:ext cx="26060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16712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(y)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10528" y="3310128"/>
            <a:ext cx="237744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que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la función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y = 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71800" y="3429000"/>
            <a:ext cx="38404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3429000"/>
            <a:ext cx="38404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¡Las funciones están en tu vida!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Piénsalo así: una función es como un perfil de Instagram o un personaje de videojuego...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023360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E1306C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4023360" cy="502920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35608"/>
            <a:ext cx="3840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Instagram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029968"/>
            <a:ext cx="822960" cy="822960"/>
          </a:xfrm>
          <a:prstGeom prst="ellipse">
            <a:avLst/>
          </a:prstGeom>
          <a:solidFill>
            <a:srgbClr val="FFD6E7"/>
          </a:solidFill>
          <a:ln w="25400">
            <a:solidFill>
              <a:srgbClr val="E130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0299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@usuario_123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3310128"/>
            <a:ext cx="1188720" cy="685800"/>
          </a:xfrm>
          <a:prstGeom prst="rect">
            <a:avLst/>
          </a:prstGeom>
          <a:solidFill>
            <a:srgbClr val="FFF0F6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" y="3675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3310128"/>
            <a:ext cx="1188720" cy="685800"/>
          </a:xfrm>
          <a:prstGeom prst="rect">
            <a:avLst/>
          </a:prstGeom>
          <a:solidFill>
            <a:srgbClr val="FFF0F6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45920" y="3675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44368" y="3310128"/>
            <a:ext cx="1188720" cy="685800"/>
          </a:xfrm>
          <a:prstGeom prst="rect">
            <a:avLst/>
          </a:prstGeom>
          <a:solidFill>
            <a:srgbClr val="FFF0F6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944368" y="3675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4114800"/>
            <a:ext cx="3794760" cy="457200"/>
          </a:xfrm>
          <a:prstGeom prst="rect">
            <a:avLst/>
          </a:prstGeom>
          <a:solidFill>
            <a:srgbClr val="FFD6E7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1148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nombre de usuario  →  Salida: 1 solo perfil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417320"/>
            <a:ext cx="4023360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417320"/>
            <a:ext cx="40233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435608"/>
            <a:ext cx="3840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Free Fire / Minecraft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52160" y="2029968"/>
            <a:ext cx="822960" cy="82296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0299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377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 #9041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19472" y="3310128"/>
            <a:ext cx="1188720" cy="6858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3284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Nivel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9472" y="3639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3310128"/>
            <a:ext cx="1188720" cy="6858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3284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XP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639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18,500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516368" y="3310128"/>
            <a:ext cx="1188720" cy="6858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16368" y="33284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Gemas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16368" y="3639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919472" y="4114800"/>
            <a:ext cx="3794760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41148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ID del jugador  →  Salida: 1 solo perfil de stats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773168"/>
            <a:ext cx="859536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77316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Cada usuario tiene UN SOLO perfil. ¡Eso es exactamente lo que hace una función matemática!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Y EVALUACIÓN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3749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Notación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2x + 3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lee: "f de x es igual a 2x mas 3"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1148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2412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Evaluar f(4)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463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f(4) = 2(4) + 3 = 11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0060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Sustituimos x = 4 en la fórmula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Pasos para evaluar una función: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2057400" cy="178308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4128" y="315468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37764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el valor de 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3251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número entra?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68880" y="3063240"/>
            <a:ext cx="2057400" cy="178308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31546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0" y="37764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 x en la fórmula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43251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x por el número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2057400" cy="178308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13248" y="315468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54880" y="37764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operación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3251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el orden de operaciones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0" y="3063240"/>
            <a:ext cx="2057400" cy="178308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07808" y="315468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0780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37764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resultado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0" y="43251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es el valor de f(x)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LA LÍNEA VERTICAL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FFE4E6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78408"/>
            <a:ext cx="8229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una línea vertical en cualquier punto de la gráfica. Si toca la curva en más de un punto, NO es función.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3931920" cy="3246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393192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SÍ ES FUNCIÓN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74520" y="2103120"/>
            <a:ext cx="36576" cy="224028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218688"/>
            <a:ext cx="3291840" cy="3657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368348">
            <a:off x="1874520" y="2121408"/>
            <a:ext cx="20137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3094917">
            <a:off x="2029968" y="2249424"/>
            <a:ext cx="33845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4008085">
            <a:off x="2240280" y="2514600"/>
            <a:ext cx="348193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4596450">
            <a:off x="2377440" y="2834640"/>
            <a:ext cx="39478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6203550">
            <a:off x="2468880" y="3218688"/>
            <a:ext cx="39478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7040993">
            <a:off x="2377440" y="3602736"/>
            <a:ext cx="29854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7956843">
            <a:off x="2240280" y="3867912"/>
            <a:ext cx="310627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9457192">
            <a:off x="2029968" y="4096512"/>
            <a:ext cx="16811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103120"/>
            <a:ext cx="36576" cy="2240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1992" y="2478024"/>
            <a:ext cx="155448" cy="1554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punto → 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1572768"/>
            <a:ext cx="3931920" cy="3246120"/>
          </a:xfrm>
          <a:prstGeom prst="rect">
            <a:avLst/>
          </a:prstGeom>
          <a:solidFill>
            <a:srgbClr val="FFFFFF"/>
          </a:solidFill>
          <a:ln w="381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572768"/>
            <a:ext cx="3931920" cy="4754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6002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ES FUNCIÓN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103120"/>
            <a:ext cx="36576" cy="224028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3218688"/>
            <a:ext cx="3291840" cy="3657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2331720"/>
            <a:ext cx="1554480" cy="1828800"/>
          </a:xfrm>
          <a:prstGeom prst="ellipse">
            <a:avLst/>
          </a:prstGeom>
          <a:solidFill>
            <a:srgbClr val="FFF1F2"/>
          </a:solidFill>
          <a:ln w="31750">
            <a:solidFill>
              <a:srgbClr val="E11D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6208" y="2103120"/>
            <a:ext cx="36576" cy="2240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377440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931920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puntos → ❌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FUNCIONES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82880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509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Lineal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4081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mx + 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recta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f(x) = 2x + 1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743200" cy="18288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14400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509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🔼  Cuadrática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4081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ax² + bx + 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1847088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Parábola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f(x) = x² - 4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743200" cy="18288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14400"/>
            <a:ext cx="274320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9509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 Constante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4081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847088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horizontal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f(x) =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1828800"/>
          </a:xfrm>
          <a:prstGeom prst="rect">
            <a:avLst/>
          </a:prstGeom>
          <a:solidFill>
            <a:srgbClr val="FFF1F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80360"/>
            <a:ext cx="2743200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169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  Raíz Cuad.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3741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√x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3813048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Dom: x ≥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f(9) = 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54680" y="2880360"/>
            <a:ext cx="2743200" cy="182880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880360"/>
            <a:ext cx="274320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9169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Valor Abs.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46120" y="33741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|x|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46120" y="3813048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≥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f(-5) = 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2880360"/>
            <a:ext cx="2743200" cy="182880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880360"/>
            <a:ext cx="27432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9169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 Racional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72200" y="33741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1/x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3813048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≠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f(2) = 0.5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Y RANGO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DOMINIO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749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valores de 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puede recibir la función.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365760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221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2x + 1  →  ℝ (todos los reales)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779776"/>
            <a:ext cx="3657600" cy="475488"/>
          </a:xfrm>
          <a:prstGeom prst="rect">
            <a:avLst/>
          </a:prstGeom>
          <a:solidFill>
            <a:srgbClr val="F8F9FE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√x  →  x ≥ 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46704"/>
            <a:ext cx="365760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355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1/x  →  x ≠ 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13632"/>
            <a:ext cx="3657600" cy="475488"/>
          </a:xfrm>
          <a:prstGeom prst="rect">
            <a:avLst/>
          </a:prstGeom>
          <a:solidFill>
            <a:srgbClr val="F8F9FE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9227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√(x−3)  →  x ≥ 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393192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0332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RANGO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1536192"/>
            <a:ext cx="3749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valores de 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puede producir la función.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2212848"/>
            <a:ext cx="365760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221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2x + 1  →  ℝ (todos los reales)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37760" y="2779776"/>
            <a:ext cx="3657600" cy="475488"/>
          </a:xfrm>
          <a:prstGeom prst="rect">
            <a:avLst/>
          </a:prstGeom>
          <a:solidFill>
            <a:srgbClr val="F8F9FE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x²  →  y ≥ 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37760" y="3346704"/>
            <a:ext cx="365760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3355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|x|  →  y ≥ 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3913632"/>
            <a:ext cx="3657600" cy="475488"/>
          </a:xfrm>
          <a:prstGeom prst="rect">
            <a:avLst/>
          </a:prstGeom>
          <a:solidFill>
            <a:srgbClr val="F8F9FE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39227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5  →  {5} solo el número 5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EJERCICIOS CONTEXTUALIZADOS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92024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033272"/>
            <a:ext cx="1463040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033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Nivel del juego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videojuego, los puntos XP se calculan con: f(n) = 500·n + 200, donde n es el número de misiones completadas.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XP tendrás al completar 8 misiones?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192024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1605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033272"/>
            <a:ext cx="1463040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033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Plan de datos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de datos cobra: f(GB) = 8000 + 3500·GB. Explica qué representa cada parte de la función y calcula el costo por 4 GB.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160520" cy="1920240"/>
          </a:xfrm>
          <a:prstGeom prst="rect">
            <a:avLst/>
          </a:prstGeom>
          <a:solidFill>
            <a:srgbClr val="FFF1F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0088"/>
            <a:ext cx="4160520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3063240"/>
            <a:ext cx="1463040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  Bicicleta compartida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de bicicletas cobra f(t) = 1500 + 700·t (t en horas). ¿Cuánto pagarías por 2.5 horas? ¿Cuál es el dominio razonable?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990088"/>
            <a:ext cx="4160520" cy="192024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90088"/>
            <a:ext cx="416052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3063240"/>
            <a:ext cx="1463040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MODELACIÓN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Reproducciones en Spotify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canción recibe 1200 reproducciones diarias. Formula una función que modele el total de reproducciones f(d) después de d días. ¿Cuándo llega a 1 millón?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en parejas · Muestra el proceso completo · Justifica tus respuestas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RETO: Función en contexto real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37160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Situación: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vende empanadas en el recreo del colegio. Cada empanada le cuesta $800 producirla y las vende a $1.500. Su ganancia diaria depende del número de empanadas vendidas: G(x) = 1500x − 800x − 5000, donde 5000 es el costo fijo de materiales al día.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2423160"/>
            <a:ext cx="4160520" cy="114300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53288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2532888"/>
            <a:ext cx="11430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5328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35204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 la función G(x). ¿Qué representa cada término?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423160"/>
            <a:ext cx="4160520" cy="114300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253288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26680" y="2532888"/>
            <a:ext cx="1143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25328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MODELACIÓN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49240" y="2514600"/>
            <a:ext cx="35204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empanadas debe vender Carlos para no perder dinero (G(x) = 0)?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4160520" cy="114300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81304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46120" y="3813048"/>
            <a:ext cx="114300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813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68680" y="3794760"/>
            <a:ext cx="35204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dominio razonable para este problema? Justifica tu respuesta.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4160520" cy="1143000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813048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26680" y="3813048"/>
            <a:ext cx="114300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3813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349240" y="3794760"/>
            <a:ext cx="35204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Carlos vende 20 empanadas, ¿cuánto gana? ¿Y si vende 5? Interpreta los resultados.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RESUMEN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67512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0" cy="6675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7680960" cy="6675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asigna EXACTAMENTE UNA salida a cada entrada.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8412480" cy="667512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19072"/>
            <a:ext cx="548640" cy="667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19072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719072"/>
            <a:ext cx="7680960" cy="6675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f(x): evalúas reemplazando x por el valor dado.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65760" y="2478024"/>
            <a:ext cx="8412480" cy="667512"/>
          </a:xfrm>
          <a:prstGeom prst="rect">
            <a:avLst/>
          </a:prstGeom>
          <a:solidFill>
            <a:srgbClr val="FFF1F2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78024"/>
            <a:ext cx="548640" cy="6675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78024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478024"/>
            <a:ext cx="7680960" cy="6675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la línea vertical: una línea solo toca UN punto.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65760" y="3236976"/>
            <a:ext cx="8412480" cy="667512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36976"/>
            <a:ext cx="548640" cy="6675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36976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236976"/>
            <a:ext cx="7680960" cy="6675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lineal, cuadrática, constante, raíz, valor abs., racional.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3995928"/>
            <a:ext cx="8412480" cy="667512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95928"/>
            <a:ext cx="548640" cy="6675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95928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3995928"/>
            <a:ext cx="7680960" cy="6675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= entradas válidas · Rango = salidas posibles.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funciones están en tu playlist, en tus datos, en tu nivel del juego. ¡Ahora las ves con otros ojos!"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Funciones Matemáticas - Grado 10</dc:title>
  <dc:subject>PptxGenJS Presentation</dc:subject>
  <dc:creator>PptxGenJS</dc:creator>
  <cp:lastModifiedBy>PptxGenJS</cp:lastModifiedBy>
  <cp:revision>1</cp:revision>
  <dcterms:created xsi:type="dcterms:W3CDTF">2026-02-18T21:04:06Z</dcterms:created>
  <dcterms:modified xsi:type="dcterms:W3CDTF">2026-02-18T21:04:06Z</dcterms:modified>
</cp:coreProperties>
</file>