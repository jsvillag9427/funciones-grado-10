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DBEAF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E0E7FF">
              <a:alpha val="70000"/>
            </a:srgbClr>
          </a:solidFill>
          <a:ln w="12700">
            <a:solidFill>
              <a:srgbClr val="E0E7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FEF3C7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05840"/>
            <a:ext cx="82296" cy="2743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DE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5943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LINEAL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FONDO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77240" y="31272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mx + b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7240" y="3767328"/>
            <a:ext cx="1261872" cy="420624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6732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Pendiente 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3767328"/>
            <a:ext cx="1261872" cy="420624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376732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Intercepto 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0440" y="3767328"/>
            <a:ext cx="1261872" cy="420624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76732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Gráfica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3767328"/>
            <a:ext cx="1261872" cy="420624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6732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Aplicaciones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Público · Bello, Antioquia · Matemáticas Grado 10°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¿Qué es una función lineal?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96696"/>
            <a:ext cx="8138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lineal tiene la forma  f(x) = mx + b  y su gráfica es siempre una LÍNEA RECTA.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lineal porque cuando graficas los pares (x, f(x)), todos caen sobre una misma recta.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069080" cy="2926080"/>
          </a:xfrm>
          <a:prstGeom prst="rect">
            <a:avLst/>
          </a:prstGeom>
          <a:solidFill>
            <a:srgbClr val="FFFFFF"/>
          </a:solidFill>
          <a:ln w="3175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4069080" cy="47548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019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 = PENDIENTE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423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qué tan inclinada está la recta.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sube (o baja) f(x) cuando x aumenta 1?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3090672"/>
            <a:ext cx="1938528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&gt; 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sube 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3090672"/>
            <a:ext cx="1938528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&lt;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23744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baja 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840480"/>
            <a:ext cx="1938528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es horizontal 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50592" y="3840480"/>
            <a:ext cx="1938528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|m| grande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23744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inclinada ⬆️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874520"/>
            <a:ext cx="4069080" cy="292608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874520"/>
            <a:ext cx="406908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9019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b = INTERCEPTO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18888" y="2423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punto donde la recta cruza el eje 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valor de f(x) cuando x = 0.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3017520"/>
            <a:ext cx="36576" cy="21762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4526280"/>
            <a:ext cx="347472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2700000">
            <a:off x="5120640" y="3771900"/>
            <a:ext cx="71123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2700000">
            <a:off x="5623560" y="3268980"/>
            <a:ext cx="71123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2700000">
            <a:off x="6126480" y="2766060"/>
            <a:ext cx="71123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3680460"/>
            <a:ext cx="182880" cy="18288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6073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(0, 2)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 + 2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Para graficar f(x)=mx+b → empieza en (0,b), luego sube m unidades en y por cada 1 en x.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Calculando la pendiente 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pendiente mide la razón de cambio: ¿cuánto cambia y cuando x cambia en 1?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804672"/>
          </a:xfrm>
          <a:prstGeom prst="rect">
            <a:avLst/>
          </a:prstGeom>
          <a:solidFill>
            <a:srgbClr val="E0E7FF"/>
          </a:solidFill>
          <a:ln w="254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=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1764792"/>
            <a:ext cx="1828800" cy="365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49040" y="14173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97680" y="1417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y₂ − y₁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97680" y="1764792"/>
            <a:ext cx="2286000" cy="365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− x₁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15361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"Cambio en y sobre cambio en x"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2677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Datos de ahorro de Sara — Semana 1: $20.000 · Semana 3: $60.000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4206240" cy="10058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9923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27523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los puntos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0632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 = (1, 20.000)    P₂ = (3, 60.000)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4206240" cy="1005840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99923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27523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la fórmula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30632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(60.000 − 20.000) / (3 − 1) = 40.000 / 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4206240" cy="10058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96512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" y="38496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1605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20.000  →  Sara ahorra $20.000 por semana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3794760"/>
            <a:ext cx="4206240" cy="1005840"/>
          </a:xfrm>
          <a:prstGeom prst="rect">
            <a:avLst/>
          </a:prstGeom>
          <a:solidFill>
            <a:srgbClr val="EEF2FF"/>
          </a:solidFill>
          <a:ln w="1905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4096512"/>
            <a:ext cx="402336" cy="40233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49240" y="38496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función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41605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20.000x + b   →  20.000 = 20.000(1)+b  →  b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20.000x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pendiente tiene UNIDADES: $20.000/semana. Siempre piensa en qué significa en el contexto.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¿Qué significan m y b en la vida real?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mx + b no son solo letras — cada número tiene un significado concreto en la situación.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1115568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8503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26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🚕  Taxi en Bello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1426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f(k) = 1.800k + 4.500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1810512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1.800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482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$1.800 por cada kilómetro recorrido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(tarifa por km)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35808" y="1810512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4.500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0482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$4.500 es el costo inicial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(banderazo o cargo base)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87568" y="1810512"/>
            <a:ext cx="3063240" cy="62179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1828800"/>
            <a:ext cx="297180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recorres 8 km: f(8) = 1.800(8)+4.500 = $18.900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596896"/>
            <a:ext cx="8503920" cy="1115568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96896"/>
            <a:ext cx="85039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633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Tanque de agua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2633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f(h) = −50h + 1.000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4048" y="301752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35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−50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55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 50 litros por hora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(velocidad de vaciado)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35808" y="301752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035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1.000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8960" y="32552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tanque empieza con 1.000 litros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(valor inicial)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87568" y="3017520"/>
            <a:ext cx="3063240" cy="621792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3035808"/>
            <a:ext cx="297180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vacía? f(h)=0 → −50h+1000=0 → h = 20 horas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803904"/>
            <a:ext cx="8503920" cy="1115568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03904"/>
            <a:ext cx="850392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840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Sueldo + comisión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6052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f(v) = 12.000v + 800.000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84048" y="422452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42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12.000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462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$12.000 por cada venta realizada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(comisión variable)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035808" y="422452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4242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800.000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108960" y="4462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$800.000 de salario base fijo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importar cuánto vende)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87568" y="4224528"/>
            <a:ext cx="3063240" cy="621792"/>
          </a:xfrm>
          <a:prstGeom prst="rect">
            <a:avLst/>
          </a:prstGeom>
          <a:solidFill>
            <a:srgbClr val="EA580C">
              <a:alpha val="9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42432" y="4242816"/>
            <a:ext cx="297180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gana vendiendo 35 recargas? f(35) = $1.220.000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tasa de cambio (ritmo) · b = valor inicial (punto de partida). ¡Siempre busca este significado!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Rectas paralelas y perpendiculares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pendiente también nos dice cuándo dos rectas son paralelas o perpendiculares entre sí.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1480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41148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074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⟶  PARALELAS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" y="1883664"/>
            <a:ext cx="3977640" cy="53035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1109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la MISMA pendiente: m₁ = m₂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2468880"/>
            <a:ext cx="21031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2x + 1  (m =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= 2x − 3  (m = 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cruzan, siempre la misma inclinación.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103120"/>
            <a:ext cx="36576" cy="2468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4572000"/>
            <a:ext cx="19202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3187806">
            <a:off x="2651760" y="4160520"/>
            <a:ext cx="6858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3187806">
            <a:off x="3063240" y="3611880"/>
            <a:ext cx="6858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3187806">
            <a:off x="2651760" y="4297680"/>
            <a:ext cx="685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3187806">
            <a:off x="3063240" y="3749040"/>
            <a:ext cx="685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f(x)=2x+1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3291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g(x)=2x−3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353312"/>
            <a:ext cx="411480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353312"/>
            <a:ext cx="4114800" cy="457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8074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⊥  PERPENDICULARES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73168" y="1883664"/>
            <a:ext cx="3977640" cy="530352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91109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m₁ × m₂ = −1  (pendientes inversas negativas)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00600" y="2468880"/>
            <a:ext cx="210312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3x + 1   (m =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= −(1/3)x + 2   (m = −1/3)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(−1/3) = −1 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cruzan en ángulo de 90°.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2103120"/>
            <a:ext cx="36576" cy="20848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3749040"/>
            <a:ext cx="22860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2695697">
            <a:off x="6400800" y="3267608"/>
            <a:ext cx="774925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807814">
            <a:off x="6949440" y="2720340"/>
            <a:ext cx="122802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834081">
            <a:off x="6400800" y="2996032"/>
            <a:ext cx="565194" cy="365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834081">
            <a:off x="6949440" y="3131820"/>
            <a:ext cx="565194" cy="365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31821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Paralelas: misma pendiente, distinto intercepto. Perpendiculares: producto de pendientes = −1.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Graficando f(x) = mx + b — paso a paso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9509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Graficar  f(x) = (3/2)x − 2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5029200" cy="612648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499616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4264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el intercepto 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17007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−2  →  marca el punto (0, −2) en el eje 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5029200" cy="612648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19456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121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la pendiente 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23957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3/2  →  sube 3 en y, avanza 2 en 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79776"/>
            <a:ext cx="5029200" cy="612648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889504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28163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segundo punto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30906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(0,−2): → 2 en x, ↑ 3 en y  =  punto (2, 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5029200" cy="612648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584448"/>
            <a:ext cx="402336" cy="40233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35112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la recta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37856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los puntos con una regla y extiende en ambas direcciones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69664"/>
            <a:ext cx="5029200" cy="612648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4279392"/>
            <a:ext cx="402336" cy="40233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4206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con un tercer punto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8680" y="44805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f(4) = (3/2)(4)−2 = 4  →  (4, 4) debe estar sobre la recta 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1353312"/>
            <a:ext cx="32004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83680" y="1463040"/>
            <a:ext cx="36576" cy="29718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5000" y="4434840"/>
            <a:ext cx="292608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41264" y="1481328"/>
            <a:ext cx="18288" cy="29535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5477256"/>
            <a:ext cx="2926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04104" y="4471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27648" y="53675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888736" y="1481328"/>
            <a:ext cx="18288" cy="29535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15000" y="5129784"/>
            <a:ext cx="2926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51576" y="4471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27648" y="50200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36208" y="1481328"/>
            <a:ext cx="18288" cy="29535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15000" y="4782312"/>
            <a:ext cx="2926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9048" y="4471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27648" y="46725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0" y="1481328"/>
            <a:ext cx="18288" cy="29535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15000" y="4434840"/>
            <a:ext cx="2926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31152" y="1481328"/>
            <a:ext cx="18288" cy="29535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15000" y="4087368"/>
            <a:ext cx="2926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93992" y="4471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27648" y="39776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78624" y="1481328"/>
            <a:ext cx="18288" cy="29535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15000" y="3739896"/>
            <a:ext cx="2926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41464" y="4471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27648" y="36301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626096" y="1481328"/>
            <a:ext cx="18288" cy="29535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15000" y="3392424"/>
            <a:ext cx="2926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88936" y="4471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27648" y="328269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973568" y="1481328"/>
            <a:ext cx="18288" cy="29535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15000" y="3044952"/>
            <a:ext cx="2926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6408" y="4471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327648" y="29352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 rot="-3378596">
            <a:off x="7278624" y="4087368"/>
            <a:ext cx="626414" cy="365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3378596">
            <a:off x="7626096" y="3566160"/>
            <a:ext cx="626414" cy="365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96328" y="4005072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70064" y="39410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891272" y="2962656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65008" y="2898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(4,4)✅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puedes comprobar: si un punto NO cae sobre tu recta, revisa los cálculos.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Ejercicios — Sesión 3: Función Lineal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El negocio de Carlos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vende agua en botella durante los partidos de fútbol del barrio. Invierte $15.000 en el material y vende cada botella a $2.500. Formula G(x) = ganancia. ¿Cuántas botellas necesita vender para recuperar la inversión?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La maratón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corredor lleva 12 km recorridos y corre a 10 km/h. La función es d(t) = 10t + 12. ¿Qué representa m? ¿Qué representa b? ¿En qué momento lleva 42 km (maratón completa)?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60520" cy="1920240"/>
          </a:xfrm>
          <a:prstGeom prst="rect">
            <a:avLst/>
          </a:prstGeom>
          <a:solidFill>
            <a:srgbClr val="FFE4E6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0088"/>
            <a:ext cx="4160520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¿Son paralelas?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si las funciones f(x) = 4x − 3  y  g(x) = 4x + 7 son paralelas. Luego escribe una tercera función h(x) que sea perpendicular a ambas. Grafica las tres.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990088"/>
            <a:ext cx="4160520" cy="1920240"/>
          </a:xfrm>
          <a:prstGeom prst="rect">
            <a:avLst/>
          </a:prstGeom>
          <a:solidFill>
            <a:srgbClr val="EEF2FF"/>
          </a:solidFill>
          <a:ln w="254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90088"/>
            <a:ext cx="4160520" cy="43891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Temperatura y altitud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temperatura baja 6°C por cada 1.000 m de altitud. En Bello (1.400 m) hace 24°C. Escribe la función T(a) y calcula la temperatura en el Páramo de Belmira (3.000 m).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en parejas · Dibuja la gráfica siempre que puedas · Interpreta m y b en cada contexto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Lo que aprendimos hoy — Sesión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94944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914400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lineal f(x)=mx+b genera siempre una recta en el plano.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8412480" cy="694944"/>
          </a:xfrm>
          <a:prstGeom prst="rect">
            <a:avLst/>
          </a:prstGeom>
          <a:solidFill>
            <a:srgbClr val="EEF2FF"/>
          </a:solidFill>
          <a:ln w="1905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1700784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pendiente: tasa de cambio (cuánto varía y por cada unidad de x).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694944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2487168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intercepto: valor de f(x) cuando x=0 (punto de partida).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412480" cy="694944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7552" y="3273552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interpretar m y b según el contexto del problema.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8412480" cy="694944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↔️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4059936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Paralelas → misma m. Perpendiculares → m₁ × m₂ = −1.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Función Cuadrática → parábolas, vértice y aplicaciones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3 - Función Lineal</dc:title>
  <dc:subject>PptxGenJS Presentation</dc:subject>
  <dc:creator>PptxGenJS</dc:creator>
  <cp:lastModifiedBy>PptxGenJS</cp:lastModifiedBy>
  <cp:revision>1</cp:revision>
  <dcterms:created xsi:type="dcterms:W3CDTF">2026-02-18T21:27:29Z</dcterms:created>
  <dcterms:modified xsi:type="dcterms:W3CDTF">2026-02-18T21:27:29Z</dcterms:modified>
</cp:coreProperties>
</file>